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완료 · 3개 모델 완전 복제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말한 것만 남는다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담화 전진 가설 — 토론에서 정보가 사라지는 진짜 이유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AIFFEL 커먼컴퓨터 기업과제 · 민옥 · 2026. 07. 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사전고정 검증 v0.2 — Claude Sonnet · GPT-5.4-mini · Gemini 3 Flash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237744" cy="23774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4892040"/>
            <a:ext cx="237744" cy="237744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4892040"/>
            <a:ext cx="237744" cy="237744"/>
          </a:xfrm>
          <a:prstGeom prst="ellipse">
            <a:avLst/>
          </a:prstGeom>
          <a:solidFill>
            <a:srgbClr val="1BAF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 — “멀티에이전트 토론은 사실을 죽인다”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DelibTrace (Wan et al. 2026, arXiv:2606.03032) — 앵커 논문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19.2%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무상호작용 통제의 팩트 소실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3번 말하면 거의 안 사라짐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DF1E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67.8%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조건의 팩트 소실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에이전트 · 3 라운드 토론 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58~90%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하류 재구성 오도율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소실된 발화 로그로 재구성 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결론: </a:t>
            </a:r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상호작용(토론)이 팩트를 죽인다. 혼자 반복한 통제군은 19.2%만 잃었으니까.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질문 — 그 통제군, 정말 “상호작용만 없는” 조건이었을까?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— 대화는 원래 반복하지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앵무새 문제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사람도 AI도 토론에서 했던 말을 다시 하지 않는다 — 반복하면 앵무새다. “발화에 재등장 안 함”을 “잊었다”로 세는 것은 정상적 대화 규범을 소실로 오분류하는 것.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통제군의 정체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355848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무상호작용 통제 = “같은 주장을 3번 반복”. 상호작용만 없는 게 아니라 담화의 전진 자체가 없는 조건이다. 보존의 원인이 뒤바뀌었을 가능성.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56285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단서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020056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팩트의 보유자 3인 전원, 회고 프로브에서 해당 팩트를 완전 기억 (7/23 부검). 에이전트가 잊은 게 아니다 — 발화만 읽는 시스템이 모를 뿐.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 교체:  “에이전트가 덜 안다”  →  “발화만 읽는 시스템이 덜 안다”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담화 전진 가설 (분해형)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소실 = </a:t>
            </a:r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 성분</a:t>
            </a:r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동조 성분 (+ 판정 잡음)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 성분은 사회적 상호작용 없이, 혼자서도 발화를 비운다.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따름정리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무상호작용 통제가 팩트를 보존한 것은 상호작용이 없어서가 아니라, 전진 없는 반복(앵무새) 조건이었기 때문이다.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전진의 조작적 정의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 점수 = 1 − J(r, r−1)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라운드 발화와의 문자 2-그램 자카드 유사도. 순수 계산(LLM 0회) — 판단과 집계의 분리 원칙.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문헌 19편 표적 조사 — 반례(Hao et al. 2026: 동조 단독 효과 실증) 수용으로 배타형에서 분해형으로 개정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— 결과를 보기 전에 기준부터 고정했다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에이전트 3조건 (사회성 0 고정 — 전진만 조작) × 독립 3런 × 3모델 · ESA 12팩트 · 초기 1 + 라운드 3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라운드 지시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 의도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 반복 강화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입장을 더 설득력 있게 강화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전진 없음 — 논문 통제 근사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A′  전진 강화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입장을 매번 새로운 논거로 강화 (반복 금지)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전진 유도, 숙의 없음 — 전진 단독 효과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 자기반론 숙의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강한 반론을 스스로 제기·검토 후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전진 + 논증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42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사전고정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68880" y="4142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기준 5개(P1~P5)와 복제 규칙(R1)을 결과 확인 전 커밋 — 실행 중 변경 0회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010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68880" y="50109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0.7 고정 · 시드 기록 · judge 단일 고정(온도 0) · 프롬프트 문면 정본화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DF1E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879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58795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산출물 원문 육안 검사 — 제미나이 출력 절단 사고를 잡아 해당 팔 폐기·재실행 (편차 D1 공개 기록)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— 세 모델, 같은 그림</a:t>
            </a:r>
            <a:endParaRPr lang="en-US" sz="2800" dirty="0"/>
          </a:p>
        </p:txBody>
      </p:sp>
      <p:pic>
        <p:nvPicPr>
          <p:cNvPr id="4" name="Image 0" descr="/root/work/chart_survi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842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주황(A′ 전진)만 가라앉는다. </a:t>
            </a:r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입장·같은 지식·같은 혼잣말 — “매번 새 논거로” 한 줄 차이가 발화 생존을 가른다.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— 전진은 혼자서도 발화를 비운다 (P1)</a:t>
            </a:r>
            <a:endParaRPr lang="en-US" sz="2800" dirty="0"/>
          </a:p>
        </p:txBody>
      </p:sp>
      <p:pic>
        <p:nvPicPr>
          <p:cNvPr id="4" name="Image 0" descr="/root/work/chart_p1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49808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6304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2F6FC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32520" y="2057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A′ 최저 생존 &lt; A 최저 생존, 차이 ≥ 1팩트 (사전고정)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73252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전부 성립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 3.67 ~ 5.33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상호작용이 0인데도, 담화를 앞으로 밀기만 하면 발화 생존이 절반으로 떨어진다.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③ — 전진한 만큼 사라진다 (P5)</a:t>
            </a:r>
            <a:endParaRPr lang="en-US" sz="2800" dirty="0"/>
          </a:p>
        </p:txBody>
      </p:sp>
      <p:pic>
        <p:nvPicPr>
          <p:cNvPr id="4" name="Image 0" descr="/root/work/chart_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6809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463040"/>
            <a:ext cx="3017520" cy="3749040"/>
          </a:xfrm>
          <a:prstGeom prst="roundRect">
            <a:avLst>
              <a:gd name="adj" fmla="val 2424"/>
            </a:avLst>
          </a:prstGeom>
          <a:solidFill>
            <a:srgbClr val="F2F6FC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스피어만 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  0.49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    0.63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 0.53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5400" y="34747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전진 상위 절반의 평균 소실은 하위 절반의 2~3배 — 세 모델 공통.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가설이 서사에서 관계식으로 — 전진 점수(순수 계산)가 그 라운드의 신규 소실을 예측한다.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— 사전고정 기준 그대로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Sonnet (데모)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GPT-5.4-mini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3 Flash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  전진의 단독 소실 효과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gap 5.33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gap 4.33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gap 3.67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  숙의 급락 후 회복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2/3 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  1/3 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2/3 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 채점 안정성 (재채점 3회)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12/12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11~12/12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12/12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P5  전진↔소실 상관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ρ 0.49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ρ 0.63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 ρ 0.53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0182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6908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 복제 판정:  </a:t>
            </a:r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복제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핵심 기준 P1이 3개 모델에서 전부 성립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P2(숙의의 V자 폭락)만 모델 의존 — GPT의 숙의는 라운드마다 전진이 잦아드는 수렴형이라 소실도 적다. “전진 없으면 소실 없음”의 대조 사례로 가설과 정합.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결과가 바꾸는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5270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재해석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“토론이 사실을 죽인다” → “담화의 전진이 발화를 비우고, 기록 구조가 손실 여부를 결정한다”. 무상호작용 통제의 보존은 앵무새 효과였을 가능성.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547872"/>
            <a:ext cx="402336" cy="40233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2186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재설계 — 4관문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6393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소실을 보유→발화→전달→사용 관문별로 분해해 각각 잰다. 발화 추적(FAR)은 손실 측정기가 아니라 채널 관측기로 재배치.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239512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9103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인프라 접점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53309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Network 오케스트레이터의 500자 재귀 요약 = 전진을 아키텍처로 강제하는 구조. 발화 스트림만 나르는 매체에서는 은퇴 = 사망 — Fact Ledger가 설 자리.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3258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1개(ESA 딜레마) · 조건당 3런 · 12팩트 — 둘째 이슈 제작이 진행 중이며, 이슈 일반화는 본실험에서 확인한다.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32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2532888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judge는 GPT 단일(자기채점 포함 가능성). 재채점 안정성 11~12/12로 감시했으나, 사람 라벨 대조는 본실험 몫.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39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 독립성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3739896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P5의 전이 27개/모델은 런 내부에 클러스터 — 완전 독립 표본이 아니다. 상관의 방향은 3모델 일관, 크기는 보수적으로 읽어야 한다.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946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사고 1건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4946904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제미나이 1차 실행에서 출력 절단(내부 사고 토큰의 예산 잠식) 발견 → 해당 팔 전체 폐기·재실행, 편차 D1로 공개 기록. 잘림은 이제 무음 통과가 아니라 에러다.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숨기지 않는 것이 이 검증의 일부다 — 불성립도 결과로 기록한다는 원칙(P4)으로 설계했다.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정보의 생애를 관문별로 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가설을 중심에 놓고, 본실험은 통신 구조가 손실을 바꾸는가를 묻는다.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379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A′ · 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8379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조건 3종 — 이번 검증이 그대로 기준선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2F6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79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6791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전체연결 토론 — 논문 본조건, 동조 성분 분리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520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구독형 — 500자 요약 브로커 경유 (기업 패턴의 조작적 정의)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2F6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61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43616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장부형 — Fact Ledger 재주입 (완화 장치 검증)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장치 — 정보 비대칭: </a:t>
            </a:r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팩트를 관점별로 쪼개 분배해 아무도 전부 갖지 못하게 → 통신 채널이 유일한 경로 → “처음에 없던 팩트를 얻었는가(전달)”와 “결정에 썼는가(사용)”를 직접 측정.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237744" cy="23774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207008" y="1371600"/>
            <a:ext cx="237744" cy="237744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591056" y="1371600"/>
            <a:ext cx="237744" cy="237744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정보는 토론해서 사라지는 것이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담화가 앞으로 나아가기 때문에 발화에서 사라진다.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손실 여부는 기록 구조가 결정한다.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사전고정 5기준 · 3모델 완전 복제 · 편차 전면 공개 — 검증 절차와 원자료는 리포지토리에 보존되어 있습니다.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2026-07-27T07:39:20Z</dcterms:created>
  <dcterms:modified xsi:type="dcterms:W3CDTF">2026-07-27T07:39:20Z</dcterms:modified>
</cp:coreProperties>
</file>